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 DNA 고객관리 — 명함 촬영으로 시작해 고객별 타임라인을 쌓고, 팀이 함께 보는 웹앱입니다.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 한 줄 요약. 세 가지 축 — 입력 자동화, 기록 축적, 팀 공유.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정의. 명함 스캔과 대형 CRM 사이의 빈 자리를 노립니다.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입력 부담을 줄이는 것이 제품의 핵심 가설입니다.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브라우저 안에서 직접 크롭·보정합니다. 외부 라이브러리 없이 구현했습니다.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 상세 화면. 재상담 시 이 화면 하나만 열면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기록 유형을 여섯 가지로 고정한 것은 입력 속도를 위해서입니다.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목록 화면. 검색은 부분일치, 전화는 숫자만 매칭합니다.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공유. 담당자가 바뀌어도 기록이 조직에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구글 시트를 백엔드로 씁니다. 별도 서버 운영 비용이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파일 + 구글 시트 백엔드. 확장성 한계는 뒤에서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포지셔닝. 두 카테고리 사이의 공백을 노립니다.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가격 정책은 확정 후 채워 넣어야 합니다. 임의 수치를 넣지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시장·실적·팀은 사용자가 직접 채워야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한계를 먼저 말하는 편이 신뢰에 유리합니다. 투자자는 어차피 물어봅니다.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연락처는 채워 넣으세요.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pPr indent="0" marL="0">
              <a:buNone/>
            </a:pPr>
            <a:r>
              <a:rPr lang="en-US" sz="1900" b="1" spc="5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 한 장에서</a:t>
            </a:r>
            <a:endParaRPr lang="en-US" sz="4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관계가 쌓입니다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86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영업을 위한 고객관리 웹앱 · 설치 없이 브라우저에서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663440"/>
            <a:ext cx="3200400" cy="475488"/>
          </a:xfrm>
          <a:prstGeom prst="roundRect">
            <a:avLst>
              <a:gd name="adj" fmla="val 50000"/>
            </a:avLst>
          </a:prstGeom>
          <a:solidFill>
            <a:srgbClr val="2A3441"/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6634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D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소개 및 사업 자료</a:t>
            </a:r>
            <a:endParaRPr lang="en-US" sz="1300" dirty="0"/>
          </a:p>
        </p:txBody>
      </p:sp>
      <p:pic>
        <p:nvPicPr>
          <p:cNvPr id="7" name="Image 0" descr="/private/tmp/claude-501/-Users-motodna-Desktop-video-website-demo/65e81a85-ad79-43a4-9780-be61d3ea4165/scratchpad/shots/01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914400"/>
            <a:ext cx="2366173" cy="512064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줄로 말하면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명함을 찍으면 고객카드가 생기고,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만날 때마다 쌓은 기록이 다음 미팅에서 그대로 열립니다.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29443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📇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 → 고객카드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886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촬영하면 배경을 잘라내고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회사·이름·연락처를 자동 입력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274320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355848" y="29443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🕒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355848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시간순 타임라인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3886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미팅·요청·불만·특이사항·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샘플·할 일을 한 줄기로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0" y="274320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870448" y="29443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870448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팀이 함께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870448" y="3886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고객카드를 팀원과 나누고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 시트로 실시간 동기화</a:t>
            </a:r>
            <a:endParaRPr lang="en-US" sz="1150" dirty="0"/>
          </a:p>
        </p:txBody>
      </p:sp>
      <p:pic>
        <p:nvPicPr>
          <p:cNvPr id="17" name="Image 0" descr="/private/tmp/claude-501/-Users-motodna-Desktop-video-website-demo/65e81a85-ad79-43a4-9780-be61d3ea4165/scratchpad/shots/02-detail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234440"/>
            <a:ext cx="2323919" cy="50292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명함은 쌓이는데</a:t>
            </a:r>
            <a:endParaRPr lang="en-US" sz="38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관계는 쌓이지 않습니다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3441"/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86207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명함앱은 연락처까지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3191256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스캔은 잘 되지만 그 사람과 무슨 이야기를 했는지는 남지 않습니다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405079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3441"/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403250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CRM은 너무 무겁다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436168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도입에 몇 달, 필드 설정에 컨설팅. 영업사원은 결국 안 씁니다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522122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A3441"/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221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520293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수첩과 단톡방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553212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기록이 개인에게 흩어지고, 담당자가 바뀌면 그대로 사라집니다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371600"/>
            <a:ext cx="3291840" cy="4023360"/>
          </a:xfrm>
          <a:prstGeom prst="roundRect">
            <a:avLst>
              <a:gd name="adj" fmla="val 3889"/>
            </a:avLst>
          </a:prstGeom>
          <a:solidFill>
            <a:srgbClr val="232B36"/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0" y="23774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“지난번에</a:t>
            </a:r>
            <a:endParaRPr lang="en-US" sz="24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뭐라고 하셨죠?”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재방문 때 가장 많이 나오는 말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만나고, 기록하고, 다시 열립니다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74520"/>
            <a:ext cx="402336" cy="402336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395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촬영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72491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명함을 찍습니다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6C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71216" y="169164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17520" y="1874520"/>
            <a:ext cx="402336" cy="402336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752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395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인식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72491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배경을 자르고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정보를 채웁니다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6C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02352" y="169164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48656" y="1874520"/>
            <a:ext cx="402336" cy="402336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48656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48656" y="2395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고객카드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48656" y="272491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번에 만듭니다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068312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6C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33488" y="169164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79792" y="1874520"/>
            <a:ext cx="402336" cy="402336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79792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79792" y="2395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타임라인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79792" y="272491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만날 때마다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덧붙입니다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299448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6C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564624" y="169164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10928" y="1874520"/>
            <a:ext cx="402336" cy="402336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10928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710928" y="2395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다시 상담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710928" y="272491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지난 기록이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그대로 열립니다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388620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60120" y="4114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핵심은 “입력을 얼마나 줄이느냐”입니다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960120" y="44805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 촬영 한 번으로 여섯 항목이 채워지고, 기록은 여섯 가지 버튼 중 하나를 고르고 적으면 끝납니다.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현장에서 쓰이지 않는 도구는 데이터가 쌓이지 않고, 쌓이지 않는 데이터는 쓸모가 없습니다.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명함을 찍으면 준비가 끝납니다</a:t>
            </a:r>
            <a:endParaRPr lang="en-US" sz="3400" dirty="0"/>
          </a:p>
        </p:txBody>
      </p:sp>
      <p:pic>
        <p:nvPicPr>
          <p:cNvPr id="4" name="Image 0" descr="/private/tmp/claude-501/-Users-motodna-Desktop-video-website-demo/65e81a85-ad79-43a4-9780-be61d3ea4165/scratchpad/shots/07-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281666" cy="4937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pic>
      <p:pic>
        <p:nvPicPr>
          <p:cNvPr id="5" name="Image 1" descr="/private/tmp/claude-501/-Users-motodna-Desktop-video-website-demo/65e81a85-ad79-43a4-9780-be61d3ea4165/scratchpad/shots/08-card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63040"/>
            <a:ext cx="2281666" cy="4937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6583680" y="1636776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967728" y="15636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크롭과 원근 보정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967728" y="189280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테두리를 찾아 배경을 지우고, 비스듬히 찍힌 것도 반듯하게 폅니다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583680" y="2660904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67728" y="25877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조명 얼룩 정리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967728" y="291693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그늘진 부분을 평탄하게 만들어 글자를 또렷하게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583680" y="3685032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67728" y="3611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여섯 항목 자동 입력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967728" y="394106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회사·이름·직함·전화·이메일·주소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583680" y="4709160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67728" y="4636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못 찾으면 원본 그대로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967728" y="496519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 자르느니 원본을 씁니다. 회전·원본 전환 버튼 제공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고객카드 하나에 관계 전체가 담깁니다</a:t>
            </a:r>
            <a:endParaRPr lang="en-US" sz="3400" dirty="0"/>
          </a:p>
        </p:txBody>
      </p:sp>
      <p:pic>
        <p:nvPicPr>
          <p:cNvPr id="4" name="Image 0" descr="/private/tmp/claude-501/-Users-motodna-Desktop-video-website-demo/65e81a85-ad79-43a4-9780-be61d3ea4165/scratchpad/shots/02-detail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281666" cy="4937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pic>
      <p:pic>
        <p:nvPicPr>
          <p:cNvPr id="5" name="Image 1" descr="/private/tmp/claude-501/-Users-motodna-Desktop-video-website-demo/65e81a85-ad79-43a4-9780-be61d3ea4165/scratchpad/shots/03-tim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63040"/>
            <a:ext cx="2281666" cy="4937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6583680" y="1636776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967728" y="15636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연락은 한 번에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967728" y="189280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전화·문자·메일·연락처 저장을 카드 위에서 바로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583680" y="2660904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67728" y="25877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할 일이 먼저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967728" y="291693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미완료 할 일을 맨 위로 올려 다음 행동을 놓치지 않게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583680" y="3685032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67728" y="3611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날짜별 타임라인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967728" y="394106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오늘·어제·날짜로 묶어 흐름이 한눈에 보입니다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583680" y="4709160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67728" y="4636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담당과 공유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967728" y="496519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맡고 누구와 나누는지 카드 안에서 관리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현장에서 나오는 말은 여섯 가지입니다</a:t>
            </a:r>
            <a:endParaRPr lang="en-US" sz="3400" dirty="0"/>
          </a:p>
        </p:txBody>
      </p:sp>
      <p:pic>
        <p:nvPicPr>
          <p:cNvPr id="4" name="Image 0" descr="/private/tmp/claude-501/-Users-motodna-Desktop-video-website-demo/65e81a85-ad79-43a4-9780-be61d3ea4165/scratchpad/shots/04-add-e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281666" cy="4937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114800" y="1600200"/>
            <a:ext cx="35204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370832" y="1837944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370832" y="18379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미팅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8562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나눈 이야기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1600200"/>
            <a:ext cx="914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0" name="Shape 7"/>
          <p:cNvSpPr/>
          <p:nvPr/>
        </p:nvSpPr>
        <p:spPr>
          <a:xfrm>
            <a:off x="7909560" y="1600200"/>
            <a:ext cx="35204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165592" y="1837944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4F6EF"/>
          </a:solidFill>
          <a:ln w="12700">
            <a:solidFill>
              <a:srgbClr val="E4F6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65592" y="18379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요청사항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9281160" y="18562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고객이 달라고 한 것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1600200"/>
            <a:ext cx="914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5" name="Shape 12"/>
          <p:cNvSpPr/>
          <p:nvPr/>
        </p:nvSpPr>
        <p:spPr>
          <a:xfrm>
            <a:off x="4114800" y="2898648"/>
            <a:ext cx="35204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70832" y="3136392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FDEEF0"/>
          </a:solidFill>
          <a:ln w="12700">
            <a:solidFill>
              <a:srgbClr val="FDEE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70832" y="313639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불만사항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0" y="3154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클레임과 불편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4114800" y="2898648"/>
            <a:ext cx="914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0" name="Shape 17"/>
          <p:cNvSpPr/>
          <p:nvPr/>
        </p:nvSpPr>
        <p:spPr>
          <a:xfrm>
            <a:off x="7909560" y="2898648"/>
            <a:ext cx="35204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165592" y="3136392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F0EBFF"/>
          </a:solidFill>
          <a:ln w="12700">
            <a:solidFill>
              <a:srgbClr val="F0EB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65592" y="313639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특이사항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154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결재 라인, 방문 규칙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909560" y="2898648"/>
            <a:ext cx="914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5" name="Shape 22"/>
          <p:cNvSpPr/>
          <p:nvPr/>
        </p:nvSpPr>
        <p:spPr>
          <a:xfrm>
            <a:off x="4114800" y="4197096"/>
            <a:ext cx="35204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370832" y="443484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370832" y="44348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8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제공 샘플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0" y="44531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언제 줬는지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4114800" y="4197096"/>
            <a:ext cx="914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0" name="Shape 27"/>
          <p:cNvSpPr/>
          <p:nvPr/>
        </p:nvSpPr>
        <p:spPr>
          <a:xfrm>
            <a:off x="7909560" y="4197096"/>
            <a:ext cx="35204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165592" y="443484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165592" y="44348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 일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9281160" y="44531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다음에 할 일 · 마감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7909560" y="4197096"/>
            <a:ext cx="914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4114800" y="5468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 일은 체크하면 연한 글자로 바뀌고, 마감이 지나면 붉게 표시됩니다.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수백 명이 되어도 찾을 수 있습니다</a:t>
            </a:r>
            <a:endParaRPr lang="en-US" sz="3400" dirty="0"/>
          </a:p>
        </p:txBody>
      </p:sp>
      <p:pic>
        <p:nvPicPr>
          <p:cNvPr id="4" name="Image 0" descr="/private/tmp/claude-501/-Users-motodna-Desktop-video-website-demo/65e81a85-ad79-43a4-9780-be61d3ea4165/scratchpad/shots/01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281666" cy="4937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023360" y="1636776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407408" y="15636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칸으로 모두 검색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407408" y="189280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이름·회사·직함·이메일·주소·그룹, 전화번호는 하이픈 없이 숫자만 쳐도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23360" y="2660904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07408" y="25877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그룹 동시 소속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407408" y="2916936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고객이 주요 고객이면서 대리점일 수 있습니다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23360" y="3685032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07408" y="3611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할 일 배지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407408" y="394106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미완료 할 일이 있는 고객을 목록에서 바로 구분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023360" y="4709160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07408" y="4636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관련자 표시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407408" y="496519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담당자와 공유받은 팀원을 이니셜로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023360" y="5623560"/>
            <a:ext cx="7498080" cy="685800"/>
          </a:xfrm>
          <a:prstGeom prst="roundRect">
            <a:avLst>
              <a:gd name="adj" fmla="val 13333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315968" y="57607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위쪽 요약 — 전체 고객 · 남은 할 일 · 이번 주 미팅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팀으로 쓰면 인수인계가 사라집니다</a:t>
            </a:r>
            <a:endParaRPr lang="en-US" sz="3400" dirty="0"/>
          </a:p>
        </p:txBody>
      </p:sp>
      <p:pic>
        <p:nvPicPr>
          <p:cNvPr id="4" name="Image 0" descr="/private/tmp/claude-501/-Users-motodna-Desktop-video-website-demo/65e81a85-ad79-43a4-9780-be61d3ea4165/scratchpad/shots/05-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281666" cy="4937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pic>
      <p:pic>
        <p:nvPicPr>
          <p:cNvPr id="5" name="Image 1" descr="/private/tmp/claude-501/-Users-motodna-Desktop-video-website-demo/65e81a85-ad79-43a4-9780-be61d3ea4165/scratchpad/shots/06-sel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63040"/>
            <a:ext cx="2281666" cy="4937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6583680" y="1636776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967728" y="15636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고객카드 단위 공유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967728" y="189280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고른 팀원에게 그 고객의 기록 전체가 넘어갑니다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583680" y="2660904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67728" y="25877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담당 / 공유받음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967728" y="291693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목록을 둘로 나눠 볼 수 있습니다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583680" y="3685032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67728" y="3611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길게 눌러 일괄 처리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967728" y="394106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명을 골라 그룹 추가·공유·담당자 변경·삭제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583680" y="4709160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67728" y="4636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 변경도 안전하게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967728" y="496519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화면에서 사라질 수 있다고 미리 알립니다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데이터는 고객사의 구글 시트에 남습니다</a:t>
            </a:r>
            <a:endParaRPr lang="en-US" sz="3400" dirty="0"/>
          </a:p>
        </p:txBody>
      </p:sp>
      <p:pic>
        <p:nvPicPr>
          <p:cNvPr id="4" name="Image 0" descr="/private/tmp/claude-501/-Users-motodna-Desktop-video-website-demo/65e81a85-ad79-43a4-9780-be61d3ea4165/scratchpad/shots/09-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281666" cy="4937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pic>
      <p:pic>
        <p:nvPicPr>
          <p:cNvPr id="5" name="Image 1" descr="/private/tmp/claude-501/-Users-motodna-Desktop-video-website-demo/65e81a85-ad79-43a4-9780-be61d3ea4165/scratchpad/shots/10-t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63040"/>
            <a:ext cx="2281666" cy="4937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6583680" y="1636776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967728" y="15636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양방향 동기화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967728" y="189280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앱에서 적으면 시트로, 시트에서 고치면 앱으로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583680" y="2660904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67728" y="25877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명부 그대로 이관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967728" y="291693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시트에 붙여넣으면 고유번호와 시각을 자동으로 채웁니다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583680" y="3685032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67728" y="3611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오프라인에서도 기록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967728" y="394106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인터넷이 돌아오면 밀린 것이 알아서 올라갑니다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583680" y="4709160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67728" y="4636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소유권은 고객사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967728" y="496519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서버에 고객 데이터를 두지 않습니다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없이 도는 구조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128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파일 하나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1635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100KB. 웹 주소만 열면 끝.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앱스토어 심사도 설치도 없습니다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60020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39312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22128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기기에 먼저 저장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281635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IndexedDB 로컬 우선.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 창고에서도 기록이 됩니다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81344" y="160020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9944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22128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 시트가 백엔드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281635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Script 웹앱.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고객사 계정 안에서 돕니다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51976" y="160020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80576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80576" y="22128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쥔 서버 없음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80576" y="281635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비용이 사용자 수에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비례해 늘지 않습니다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012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구조가 만드는 차이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828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 시간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51389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 전달 즉시. 교육 10분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828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비용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51389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서버·DB 유지비 0원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001000" y="4828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심사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001000" y="51389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데이터가 우리 쪽에 없음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명함앱과 대형 CRM 사이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 스캔 앱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9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리멤버 등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6974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 인식 · 연락처 저장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107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4107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이력 기록 약함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12394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41239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단위 고객 관리 아님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371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48371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개인용에 최적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43400" y="164592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17720" y="1874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CRM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2249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세일즈포스 등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2697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18888" y="26974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기능은 가장 넓음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34107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18888" y="34107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도입에 수개월 · 컨설팅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12394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18888" y="41239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입력 부담이 큼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48371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8371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중견 이상 조직용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46720" y="164592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321040" y="1874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DNA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2249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2697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522208" y="26974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 인식 + 상담 타임라인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34107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522208" y="34107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 전달 즉시 도입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12394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522208" y="41239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 하나로 기록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8371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522208" y="48371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5~30인 영업팀에 맞춤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“명함은 찍었는데 그 다음이 없다”와 “CRM은 무거워서 안 쓴다” 사이의 빈 자리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도입과 과금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 절차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주소 전달 — 설치·심사 없음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 시트 연결 (10분, 1회)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 명단 입력 후 바로 사용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4652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고객사가 부담하는 비용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서버·DB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없음 — 고객사 구글 계정 사용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 자동 인식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사용량만큼 (선택 기능)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10분 내외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10881360" cy="2057400"/>
          </a:xfrm>
          <a:prstGeom prst="roundRect">
            <a:avLst>
              <a:gd name="adj" fmla="val 4444"/>
            </a:avLst>
          </a:prstGeom>
          <a:solidFill>
            <a:srgbClr val="FDEEF0"/>
          </a:solidFill>
          <a:ln w="12700">
            <a:solidFill>
              <a:srgbClr val="FDEEF0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012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이 장의 숫자는 아직 확정 전입니다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5902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전에 반드시 채워 넣으세요. 근거 없는 수치를 넣은 자료는 투자자 앞에서 가장 빨리 신뢰를 잃습니다.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5074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구독가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5376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 / 팀 / 사이트 중 무엇으로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5074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구간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5376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 명까지, 며칠까지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001000" y="5074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지원비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5376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세팅 유상 여부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누구에게 팝니다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잘 맞는 고객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영업사원 5~30인 규모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871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CRM은 과하고 수첩은 부족한 구간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432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외근·현장 중심 영업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90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자재·부자재·산업재·유통 등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46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재상담 주기가 긴 업종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493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지난 대화를 기억해야 계약이 되는 곳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49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 교체가 잦은 조직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9959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인수인계 손실이 실제 비용인 곳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600200"/>
            <a:ext cx="5349240" cy="2651760"/>
          </a:xfrm>
          <a:prstGeom prst="roundRect">
            <a:avLst>
              <a:gd name="adj" fmla="val 3448"/>
            </a:avLst>
          </a:prstGeom>
          <a:solidFill>
            <a:srgbClr val="FDEEF0"/>
          </a:solidFill>
          <a:ln w="12700">
            <a:solidFill>
              <a:srgbClr val="FDEEF0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4652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숫자로 채워야 할 것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2677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267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대상 기업 수와 산출 근거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651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651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시장 규모 (TAM / SAM / SOM)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0358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035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도입처 · 파일럿 · 대기 명단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4198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34198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구성과 이력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38039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38039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요청 금액과 사용 계획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48056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6012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사실만 담았습니다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504748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자료에서 제품 기능·화면·기술 구조는 실제로 동작하는 앱을 캡처하고 검증해 작성했습니다.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0B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반면 시장 규모, 가격, 도입 실적, 팀 정보는 확인할 근거가 없어 비워 두었습니다. 채워 넣은 뒤 발표하세요.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지금의 한계와 다음 단계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DEEF0"/>
          </a:solidFill>
          <a:ln w="12700">
            <a:solidFill>
              <a:srgbClr val="FDEEF0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솔직하게 — 지금 안 되는 것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로그인이 없습니다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0545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 이름은 각자 적는 값입니다. 주소를 아는 사람이 남의 이름을 적으면 볼 수 있습니다. 업무 구분이지 접근 차단이 아닙니다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815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 사진은 기기에만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4670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때문에 시트에 올리지 않습니다. 기기를 바꾸면 사진은 다시 찍어야 합니다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9227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실시간이 아니라 20초 주기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18795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 시트를 주기적으로 확인하는 방식입니다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7640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시트 용량 한계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0292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수만 건 규모부터는 별도 데이터베이스가 필요합니다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6002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4652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46520" y="2286000"/>
            <a:ext cx="219456" cy="219456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84848" y="2240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로그인과 권한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250545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 기반 접근 제어. 기밀 수준 분리가 필요한 조직 대응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3127248"/>
            <a:ext cx="219456" cy="219456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84848" y="3081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 사진 공유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34670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드라이브 업로드로 팀 전체가 명함 원본 열람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968496"/>
            <a:ext cx="219456" cy="219456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84848" y="39227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84848" y="418795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마감 지난 할 일과 오래 연락 없는 고객 알림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4809744"/>
            <a:ext cx="219456" cy="219456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84848" y="47640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자체 서버 선택지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502920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시트로 감당 안 되는 규모를 위한 전환 경로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9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pPr indent="0" marL="0">
              <a:buNone/>
            </a:pPr>
            <a:r>
              <a:rPr lang="en-US" sz="1700" b="1" spc="5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명함은 만남의 시작일 뿐입니다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뒤에 오는 대화를 남기는 일을 맡겠습니다.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232B36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4023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바로 열어볼 수 있습니다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43708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motodna.github.io/network-dna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8280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없이 브라우저에서 · 샘플 데이터 포함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374904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232B36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29400" y="4023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437083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 · 연락처 · 이메일을 여기에 넣으세요</a:t>
            </a:r>
            <a:endParaRPr lang="en-US" sz="1300" dirty="0"/>
          </a:p>
        </p:txBody>
      </p:sp>
      <p:pic>
        <p:nvPicPr>
          <p:cNvPr id="12" name="Image 0" descr="/private/tmp/claude-501/-Users-motodna-Desktop-video-website-demo/65e81a85-ad79-43a4-9780-be61d3ea4165/scratchpad/shots/03-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457200"/>
            <a:ext cx="1394352" cy="3017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91F28">
                <a:alpha val="1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DNA 고객관리</dc:title>
  <dc:subject>PptxGenJS Presentation</dc:subject>
  <dc:creator>NETWORK DNA</dc:creator>
  <cp:lastModifiedBy>NETWORK DNA</cp:lastModifiedBy>
  <cp:revision>1</cp:revision>
  <dcterms:created xsi:type="dcterms:W3CDTF">2026-08-26T09:29:43Z</dcterms:created>
  <dcterms:modified xsi:type="dcterms:W3CDTF">2026-08-26T09:29:43Z</dcterms:modified>
</cp:coreProperties>
</file>